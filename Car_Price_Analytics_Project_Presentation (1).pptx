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5F8FC"/>
                </a:solidFill>
                <a:latin typeface="Aptos Display"/>
              </a:rPr>
              <a:t>CAR PRICE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00D2EB"/>
                </a:solidFill>
                <a:latin typeface="Aptos"/>
              </a:rPr>
              <a:t>Data Analytics • Machine Learning •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A5B5C6"/>
                </a:solidFill>
                <a:latin typeface="Aptos"/>
              </a:rPr>
              <a:t>Analyze car specifications, understand pricing patterns, and predict car prices.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An end-to-end car price analytics project.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Google Colab is used for data preparation, analysis and Machine Learning.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Streamlit converts the analysis into an interactive dashboard.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The system supports exploration, comparison and price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Car prices depend on multiple specifications such as horsepower, speed, fuel type and torque.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Raw automobile data is difficult to interpret directly.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The project aims to discover useful pricing patterns through data analysis.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It also estimates car prices from vehicle specifications.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Clean and preprocess the car dataset.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Perform Exploratory Data Analysis (EDA).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Study relationships between car features and price.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Build and evaluate regression models.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Develop an interactive Streamlit dashboard.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Provide car price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Dataset &amp;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18288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Vehicle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Car name • Manufacturer • Fuel type •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291840" cy="18288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3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4884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Horsepower • Top speed • 0–100 km/h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291840" cy="18288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9163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4884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CC/Battery • Seats • Torque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86200"/>
            <a:ext cx="3291840" cy="150876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40233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80560"/>
            <a:ext cx="292608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86200"/>
            <a:ext cx="3291840" cy="150876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233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Cleaned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292608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CC_Battery • Seats_Clean • Torque_Nm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Removed unnecessary spaces from column names.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Converted numerical fields into numeric format.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Handled missing values and removed duplicate records.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Converted ranges into representative numerical values.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Created cleaned columns such as CC_Battery, Seats_Clean and Torque_Nm.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Fuel type distribution was analyzed.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Average price was compared across fuel types.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Car price distribution was visualized.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Horsepower, top speed and performance were studied against price.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Manufacturer-wise car count and pricing were explored.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108960" cy="20116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Explored as a regression approach for price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3108960" cy="20116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916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Explored as the second regression approach.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108960" cy="20116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Dashboard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Random Forest is loaded by the Streamlit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Inputs: manufacturer, fuel type, horsepower, top speed, 0–100 performance, CC/Battery, seats and torque.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ML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2286000"/>
            <a:ext cx="1371600" cy="132588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60" y="24231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2880360"/>
            <a:ext cx="10058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Dataset → Data Cleaning → EDA → Feature Engineering → Machine Learning → Model Evaluation → Dashboard →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Interactive filters for car search, manufacturer, fuel type, price, horsepower and top speed.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Summary KPIs: total cars, average price, average horsepower and average speed.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Sections include Overview, Performance, Pricing, Comparison, Manufacturers and Car Explorer.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Interactive charts make the analysis easier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Dashboard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291840" cy="16002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1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📊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Fuel distribution, average price and price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291840" cy="16002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1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🏎️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Horsepower, speed and performance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291840" cy="16002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1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⚖️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Compare two cars using specifications and a radar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291840" cy="16002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🏢 Manufacturers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Manufacturer-wise car count, price and horsepower.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57600"/>
            <a:ext cx="3291840" cy="16002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7947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🔎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5196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Select a car and view technical specifications.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291840" cy="16002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🤖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5196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Enter specifications and estimate the car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The dashboard loads the trained Random Forest model using Joblib.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Users enter the required car specifications.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The model processes these inputs and returns an estimated price.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This connects the Google Colab Machine Learning work directly to the web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18288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Google Colab +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28800"/>
            <a:ext cx="2926080" cy="18288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9659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42316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Streamlit +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2926080" cy="1828800"/>
          </a:xfrm>
          <a:prstGeom prst="roundRect">
            <a:avLst/>
          </a:prstGeom>
          <a:solidFill>
            <a:srgbClr val="0E1C30"/>
          </a:solidFill>
          <a:ln>
            <a:solidFill>
              <a:srgbClr val="23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D2EB"/>
                </a:solidFill>
                <a:latin typeface="Aptos"/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42316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8FC"/>
                </a:solidFill>
                <a:latin typeface="Aptos"/>
              </a:rPr>
              <a:t>Streamlit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00D2EB"/>
                </a:solidFill>
                <a:latin typeface="Aptos"/>
              </a:rPr>
              <a:t>Live Dashboard: car-price-analytics-dashboard-dgx7vmvcjrkqohimxns2ap.streamlit.app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Results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Car specifications can be explored through interactive visualizations.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Pricing patterns can be examined across fuel types, manufacturers and performance features.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Users can compare individual cars and inspect detailed specifications.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A trained Machine Learning model provides price estimates inside the dashboard.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The final application combines analytics, visualization and prediction in one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 Display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Compare additional Machine Learning algorithms.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Add a car recommendation system.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Include used-car depreciation analysis.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Support user-uploaded datasets.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Generate automated reports.</a:t>
            </a:r>
          </a:p>
          <a:p>
            <a:pPr>
              <a:spcAft>
                <a:spcPts val="1400"/>
              </a:spcAft>
              <a:defRPr sz="2100">
                <a:solidFill>
                  <a:srgbClr val="F5F8FC"/>
                </a:solidFill>
                <a:latin typeface="Aptos"/>
              </a:defRPr>
            </a:pPr>
            <a:r>
              <a:t>Integrate updated automobile market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5B5C6"/>
                </a:solidFill>
                <a:latin typeface="Aptos"/>
              </a:rPr>
              <a:t>Car Price Analytics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5F8FC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00D2EB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